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D49791-34EA-4689-A2AF-5CF38902E3FE}" v="1" dt="2026-04-13T09:43:03.8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1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rentin HIVER" userId="36e1ca1018ad5470" providerId="LiveId" clId="{5AD25BEA-C746-45CB-BB10-38C3C9F717C2}"/>
    <pc:docChg chg="undo custSel addSld modSld">
      <pc:chgData name="Corentin HIVER" userId="36e1ca1018ad5470" providerId="LiveId" clId="{5AD25BEA-C746-45CB-BB10-38C3C9F717C2}" dt="2026-04-13T09:43:27.103" v="124" actId="20577"/>
      <pc:docMkLst>
        <pc:docMk/>
      </pc:docMkLst>
      <pc:sldChg chg="addSp delSp modSp new mod">
        <pc:chgData name="Corentin HIVER" userId="36e1ca1018ad5470" providerId="LiveId" clId="{5AD25BEA-C746-45CB-BB10-38C3C9F717C2}" dt="2026-04-13T09:36:57.315" v="36" actId="1076"/>
        <pc:sldMkLst>
          <pc:docMk/>
          <pc:sldMk cId="498430778" sldId="256"/>
        </pc:sldMkLst>
        <pc:spChg chg="del">
          <ac:chgData name="Corentin HIVER" userId="36e1ca1018ad5470" providerId="LiveId" clId="{5AD25BEA-C746-45CB-BB10-38C3C9F717C2}" dt="2026-04-13T09:33:29.907" v="1" actId="478"/>
          <ac:spMkLst>
            <pc:docMk/>
            <pc:sldMk cId="498430778" sldId="256"/>
            <ac:spMk id="2" creationId="{B36C7F73-0EA9-9B1B-4628-5D17C0BE01E7}"/>
          </ac:spMkLst>
        </pc:spChg>
        <pc:spChg chg="del">
          <ac:chgData name="Corentin HIVER" userId="36e1ca1018ad5470" providerId="LiveId" clId="{5AD25BEA-C746-45CB-BB10-38C3C9F717C2}" dt="2026-04-13T09:33:30.941" v="2" actId="478"/>
          <ac:spMkLst>
            <pc:docMk/>
            <pc:sldMk cId="498430778" sldId="256"/>
            <ac:spMk id="3" creationId="{8BBAB176-65DA-424E-0FAF-7EB72C557D36}"/>
          </ac:spMkLst>
        </pc:spChg>
        <pc:picChg chg="add del mod">
          <ac:chgData name="Corentin HIVER" userId="36e1ca1018ad5470" providerId="LiveId" clId="{5AD25BEA-C746-45CB-BB10-38C3C9F717C2}" dt="2026-04-13T09:34:44.520" v="5" actId="478"/>
          <ac:picMkLst>
            <pc:docMk/>
            <pc:sldMk cId="498430778" sldId="256"/>
            <ac:picMk id="5" creationId="{968B9331-7DAA-A5C2-B453-288A442F8DA0}"/>
          </ac:picMkLst>
        </pc:picChg>
        <pc:picChg chg="add del mod modCrop">
          <ac:chgData name="Corentin HIVER" userId="36e1ca1018ad5470" providerId="LiveId" clId="{5AD25BEA-C746-45CB-BB10-38C3C9F717C2}" dt="2026-04-13T09:35:11.049" v="12" actId="478"/>
          <ac:picMkLst>
            <pc:docMk/>
            <pc:sldMk cId="498430778" sldId="256"/>
            <ac:picMk id="7" creationId="{5AAD87E1-F4EF-11A8-26DF-A66DAF9F0CE3}"/>
          </ac:picMkLst>
        </pc:picChg>
        <pc:picChg chg="add mod">
          <ac:chgData name="Corentin HIVER" userId="36e1ca1018ad5470" providerId="LiveId" clId="{5AD25BEA-C746-45CB-BB10-38C3C9F717C2}" dt="2026-04-13T09:36:57.315" v="36" actId="1076"/>
          <ac:picMkLst>
            <pc:docMk/>
            <pc:sldMk cId="498430778" sldId="256"/>
            <ac:picMk id="9" creationId="{8B0BB99C-9D02-DEA6-903D-5BF23EB5BFA4}"/>
          </ac:picMkLst>
        </pc:picChg>
        <pc:picChg chg="add mod">
          <ac:chgData name="Corentin HIVER" userId="36e1ca1018ad5470" providerId="LiveId" clId="{5AD25BEA-C746-45CB-BB10-38C3C9F717C2}" dt="2026-04-13T09:36:52.979" v="33" actId="14100"/>
          <ac:picMkLst>
            <pc:docMk/>
            <pc:sldMk cId="498430778" sldId="256"/>
            <ac:picMk id="11" creationId="{74D938A9-1505-B6A6-8D1B-DE138CF248CB}"/>
          </ac:picMkLst>
        </pc:picChg>
        <pc:picChg chg="add mod ord">
          <ac:chgData name="Corentin HIVER" userId="36e1ca1018ad5470" providerId="LiveId" clId="{5AD25BEA-C746-45CB-BB10-38C3C9F717C2}" dt="2026-04-13T09:36:55.197" v="35" actId="1076"/>
          <ac:picMkLst>
            <pc:docMk/>
            <pc:sldMk cId="498430778" sldId="256"/>
            <ac:picMk id="13" creationId="{6274FB45-F1CE-9594-D2D1-187CB2FC7DCF}"/>
          </ac:picMkLst>
        </pc:picChg>
        <pc:picChg chg="add mod">
          <ac:chgData name="Corentin HIVER" userId="36e1ca1018ad5470" providerId="LiveId" clId="{5AD25BEA-C746-45CB-BB10-38C3C9F717C2}" dt="2026-04-13T09:36:53.849" v="34" actId="1076"/>
          <ac:picMkLst>
            <pc:docMk/>
            <pc:sldMk cId="498430778" sldId="256"/>
            <ac:picMk id="15" creationId="{72D307F4-C72C-5232-0894-7B4AE716C393}"/>
          </ac:picMkLst>
        </pc:picChg>
      </pc:sldChg>
      <pc:sldChg chg="addSp delSp modSp add mod">
        <pc:chgData name="Corentin HIVER" userId="36e1ca1018ad5470" providerId="LiveId" clId="{5AD25BEA-C746-45CB-BB10-38C3C9F717C2}" dt="2026-04-13T09:40:16.331" v="54" actId="1076"/>
        <pc:sldMkLst>
          <pc:docMk/>
          <pc:sldMk cId="621178185" sldId="257"/>
        </pc:sldMkLst>
        <pc:picChg chg="add mod">
          <ac:chgData name="Corentin HIVER" userId="36e1ca1018ad5470" providerId="LiveId" clId="{5AD25BEA-C746-45CB-BB10-38C3C9F717C2}" dt="2026-04-13T09:40:16.331" v="54" actId="1076"/>
          <ac:picMkLst>
            <pc:docMk/>
            <pc:sldMk cId="621178185" sldId="257"/>
            <ac:picMk id="3" creationId="{9065B4F0-18A0-E991-5CA0-7E5840ECA892}"/>
          </ac:picMkLst>
        </pc:picChg>
        <pc:picChg chg="add mod">
          <ac:chgData name="Corentin HIVER" userId="36e1ca1018ad5470" providerId="LiveId" clId="{5AD25BEA-C746-45CB-BB10-38C3C9F717C2}" dt="2026-04-13T09:40:16.331" v="54" actId="1076"/>
          <ac:picMkLst>
            <pc:docMk/>
            <pc:sldMk cId="621178185" sldId="257"/>
            <ac:picMk id="5" creationId="{C66D88EB-5382-0ECA-0179-89756FAE5F65}"/>
          </ac:picMkLst>
        </pc:picChg>
        <pc:picChg chg="add mod">
          <ac:chgData name="Corentin HIVER" userId="36e1ca1018ad5470" providerId="LiveId" clId="{5AD25BEA-C746-45CB-BB10-38C3C9F717C2}" dt="2026-04-13T09:40:16.331" v="54" actId="1076"/>
          <ac:picMkLst>
            <pc:docMk/>
            <pc:sldMk cId="621178185" sldId="257"/>
            <ac:picMk id="7" creationId="{EE34BDD1-992C-C944-EB33-9501D9EC2ED3}"/>
          </ac:picMkLst>
        </pc:picChg>
        <pc:picChg chg="del">
          <ac:chgData name="Corentin HIVER" userId="36e1ca1018ad5470" providerId="LiveId" clId="{5AD25BEA-C746-45CB-BB10-38C3C9F717C2}" dt="2026-04-13T09:37:01.212" v="38" actId="478"/>
          <ac:picMkLst>
            <pc:docMk/>
            <pc:sldMk cId="621178185" sldId="257"/>
            <ac:picMk id="9" creationId="{4A0CCD15-9525-4B78-1CC3-646DD92F9A64}"/>
          </ac:picMkLst>
        </pc:picChg>
        <pc:picChg chg="add mod">
          <ac:chgData name="Corentin HIVER" userId="36e1ca1018ad5470" providerId="LiveId" clId="{5AD25BEA-C746-45CB-BB10-38C3C9F717C2}" dt="2026-04-13T09:40:16.331" v="54" actId="1076"/>
          <ac:picMkLst>
            <pc:docMk/>
            <pc:sldMk cId="621178185" sldId="257"/>
            <ac:picMk id="10" creationId="{1055E31F-4C70-37CE-E2B4-C5243DA5A814}"/>
          </ac:picMkLst>
        </pc:picChg>
        <pc:picChg chg="del">
          <ac:chgData name="Corentin HIVER" userId="36e1ca1018ad5470" providerId="LiveId" clId="{5AD25BEA-C746-45CB-BB10-38C3C9F717C2}" dt="2026-04-13T09:37:01.212" v="38" actId="478"/>
          <ac:picMkLst>
            <pc:docMk/>
            <pc:sldMk cId="621178185" sldId="257"/>
            <ac:picMk id="11" creationId="{024C897C-487F-42CE-0C7A-DE8723AA1A2D}"/>
          </ac:picMkLst>
        </pc:picChg>
        <pc:picChg chg="del">
          <ac:chgData name="Corentin HIVER" userId="36e1ca1018ad5470" providerId="LiveId" clId="{5AD25BEA-C746-45CB-BB10-38C3C9F717C2}" dt="2026-04-13T09:37:01.212" v="38" actId="478"/>
          <ac:picMkLst>
            <pc:docMk/>
            <pc:sldMk cId="621178185" sldId="257"/>
            <ac:picMk id="13" creationId="{0B034745-4750-1BF0-B8A3-1205E71A6274}"/>
          </ac:picMkLst>
        </pc:picChg>
        <pc:picChg chg="del">
          <ac:chgData name="Corentin HIVER" userId="36e1ca1018ad5470" providerId="LiveId" clId="{5AD25BEA-C746-45CB-BB10-38C3C9F717C2}" dt="2026-04-13T09:37:01.212" v="38" actId="478"/>
          <ac:picMkLst>
            <pc:docMk/>
            <pc:sldMk cId="621178185" sldId="257"/>
            <ac:picMk id="15" creationId="{69B4B30D-E6F0-0E80-9C44-3B7DEDB7E016}"/>
          </ac:picMkLst>
        </pc:picChg>
      </pc:sldChg>
      <pc:sldChg chg="addSp delSp modSp new mod">
        <pc:chgData name="Corentin HIVER" userId="36e1ca1018ad5470" providerId="LiveId" clId="{5AD25BEA-C746-45CB-BB10-38C3C9F717C2}" dt="2026-04-13T09:43:27.103" v="124" actId="20577"/>
        <pc:sldMkLst>
          <pc:docMk/>
          <pc:sldMk cId="2586311146" sldId="258"/>
        </pc:sldMkLst>
        <pc:spChg chg="del">
          <ac:chgData name="Corentin HIVER" userId="36e1ca1018ad5470" providerId="LiveId" clId="{5AD25BEA-C746-45CB-BB10-38C3C9F717C2}" dt="2026-04-13T09:42:42.090" v="56" actId="478"/>
          <ac:spMkLst>
            <pc:docMk/>
            <pc:sldMk cId="2586311146" sldId="258"/>
            <ac:spMk id="2" creationId="{823C94DB-ECAE-5C49-883F-5536FBFBA679}"/>
          </ac:spMkLst>
        </pc:spChg>
        <pc:spChg chg="del">
          <ac:chgData name="Corentin HIVER" userId="36e1ca1018ad5470" providerId="LiveId" clId="{5AD25BEA-C746-45CB-BB10-38C3C9F717C2}" dt="2026-04-13T09:42:43.057" v="57" actId="478"/>
          <ac:spMkLst>
            <pc:docMk/>
            <pc:sldMk cId="2586311146" sldId="258"/>
            <ac:spMk id="3" creationId="{3408DB0E-27A3-3057-CC74-A2A8393A95CD}"/>
          </ac:spMkLst>
        </pc:spChg>
        <pc:spChg chg="add mod">
          <ac:chgData name="Corentin HIVER" userId="36e1ca1018ad5470" providerId="LiveId" clId="{5AD25BEA-C746-45CB-BB10-38C3C9F717C2}" dt="2026-04-13T09:43:27.103" v="124" actId="20577"/>
          <ac:spMkLst>
            <pc:docMk/>
            <pc:sldMk cId="2586311146" sldId="258"/>
            <ac:spMk id="6" creationId="{308C6715-0ECB-16C7-26FB-0DE0EAEC90EB}"/>
          </ac:spMkLst>
        </pc:spChg>
        <pc:picChg chg="add mod">
          <ac:chgData name="Corentin HIVER" userId="36e1ca1018ad5470" providerId="LiveId" clId="{5AD25BEA-C746-45CB-BB10-38C3C9F717C2}" dt="2026-04-13T09:43:00.812" v="61" actId="1076"/>
          <ac:picMkLst>
            <pc:docMk/>
            <pc:sldMk cId="2586311146" sldId="258"/>
            <ac:picMk id="5" creationId="{D0BB163C-B4E4-4AE8-3482-441D4065E69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C43934-C735-B406-8C99-E006FC8388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3D274A0-A37B-F542-CF23-9964FB0B1C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63B8C0E-172C-F3BF-1FFC-C073500D1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EBAFF-2DFB-403A-BC61-66A64162FC5A}" type="datetimeFigureOut">
              <a:rPr lang="fr-FR" smtClean="0"/>
              <a:t>13/04/2026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83AA372-F662-494A-1BC5-AD58DE14E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F778B65-9108-8420-79E9-D5844CD43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F3C67-DA15-4214-81A0-FEBCD290F2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7527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F149E0-1633-56D4-BA6E-6B1E4642E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26635AE-1D47-0C7F-8CCF-6C6DA79090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7834168-75BA-BD49-6B01-2F68EA739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EBAFF-2DFB-403A-BC61-66A64162FC5A}" type="datetimeFigureOut">
              <a:rPr lang="fr-FR" smtClean="0"/>
              <a:t>13/04/2026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5B6C1AC-5244-7F87-008D-F33949214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66D621A-129A-195F-EAA1-9AD85A35B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F3C67-DA15-4214-81A0-FEBCD290F2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7889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5B9924-595F-1280-1277-E7E0E1751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8ED8F3F-39CA-50EB-E555-B91516626C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89A11EA-B7B2-2840-C2C5-7238BF144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EBAFF-2DFB-403A-BC61-66A64162FC5A}" type="datetimeFigureOut">
              <a:rPr lang="fr-FR" smtClean="0"/>
              <a:t>13/04/2026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686CC68-1A40-F911-CEC3-EB28BDE9C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6F3C62C-AC70-F8FE-1465-512DD32FC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F3C67-DA15-4214-81A0-FEBCD290F2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4394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9FC4FA-9288-6117-8A05-521E24226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1A097A3-5FC8-016C-2BC0-555E3E1D12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FF9AFA0-0AE4-60F5-E2A0-F2DE4FB7F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E295161-0E2F-76C5-F41C-EDFE2D16C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EBAFF-2DFB-403A-BC61-66A64162FC5A}" type="datetimeFigureOut">
              <a:rPr lang="fr-FR" smtClean="0"/>
              <a:t>13/04/2026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CFA574E-156A-778F-63BB-786E60762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7120211-983A-4E25-1C89-B548CFB1B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F3C67-DA15-4214-81A0-FEBCD290F2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0489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D43043-1F3F-A0D4-3536-649C86863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21304CB-FCAD-7C47-8B16-856F0FBD86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057D7EC-0F96-8B91-5BCC-362F03E128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971D976-32E5-11AB-7836-27D0353A25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D115BC3-A75F-6DB0-7B59-580692492F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5227991-66B5-22AA-279B-1A5F68B89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EBAFF-2DFB-403A-BC61-66A64162FC5A}" type="datetimeFigureOut">
              <a:rPr lang="fr-FR" smtClean="0"/>
              <a:t>13/04/2026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DF9507E6-7364-DEF9-46F2-32F89127F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D5D272E-B917-BCCD-3343-8E2AAB060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F3C67-DA15-4214-81A0-FEBCD290F2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7272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52BA9C-06DC-B3F9-5F10-092550A3F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27EC6AC-9539-3E3F-A275-9C5C2A304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EBAFF-2DFB-403A-BC61-66A64162FC5A}" type="datetimeFigureOut">
              <a:rPr lang="fr-FR" smtClean="0"/>
              <a:t>13/04/2026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65EC82D-22C8-FDB2-CA50-4F1EA0B58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90273A4-9FF2-02D0-7D32-7278E5436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F3C67-DA15-4214-81A0-FEBCD290F2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6550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D762D31-150B-1A12-4CBC-BD05AFEE5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EBAFF-2DFB-403A-BC61-66A64162FC5A}" type="datetimeFigureOut">
              <a:rPr lang="fr-FR" smtClean="0"/>
              <a:t>13/04/2026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DCC5D9F-D6C9-8164-E470-05509F9FD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9123B6A-16B5-A9EB-8196-737F9B19E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F3C67-DA15-4214-81A0-FEBCD290F2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1962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7B194C-B436-74A7-1E6F-EE3371915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505D6F4-AEE5-19FF-52AE-ACEA14C8B8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2BC8299-FD13-8009-2D99-B293A81022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306C55C-A24F-938D-4791-C84C60DBC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EBAFF-2DFB-403A-BC61-66A64162FC5A}" type="datetimeFigureOut">
              <a:rPr lang="fr-FR" smtClean="0"/>
              <a:t>13/04/2026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2D9950D-36AA-5B46-760F-1A4CFFC63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0909CF7-AF60-A3B9-7BF8-571E0E9ED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F3C67-DA15-4214-81A0-FEBCD290F2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5636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7160DB4-9329-2C03-B3F7-19EFF60C5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68E5424-6A8C-C358-9B5A-DF512C5EAC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F94E6EF-A523-2733-3946-03017E1D60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DBB6022-D9CF-CA9A-E1BA-1609BA1E9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EBAFF-2DFB-403A-BC61-66A64162FC5A}" type="datetimeFigureOut">
              <a:rPr lang="fr-FR" smtClean="0"/>
              <a:t>13/04/2026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45C44F1-F0F8-1B67-6613-450FC3828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1785880-8788-ECF4-4BFB-2CAB2460A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F3C67-DA15-4214-81A0-FEBCD290F2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7616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ECCF63-DE45-B2BE-363C-055AE6B2F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577DC6E-39B2-744E-7763-1589AF86A0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EF6D59F-701F-DCDD-EE3E-1936DB04F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EBAFF-2DFB-403A-BC61-66A64162FC5A}" type="datetimeFigureOut">
              <a:rPr lang="fr-FR" smtClean="0"/>
              <a:t>13/04/2026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AE4317F-1C35-2477-5BC9-DDC5BA2BE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7DE3072-89C4-F698-0D6D-20BDB420E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F3C67-DA15-4214-81A0-FEBCD290F2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5799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84C6833C-8192-069F-ADE6-3332B39964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792C3C6-C902-ADB4-6519-2246D49C9B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47388B3-2178-EAE4-9C29-0AFFFAC5B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EBAFF-2DFB-403A-BC61-66A64162FC5A}" type="datetimeFigureOut">
              <a:rPr lang="fr-FR" smtClean="0"/>
              <a:t>13/04/2026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BE8B825-B386-A8E4-0E15-AAAB3BF7E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BB30633-8124-06E7-5482-A685619F9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F3C67-DA15-4214-81A0-FEBCD290F2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93019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3B7437C-BEE1-B4FF-9E5D-8F7BC3D6E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679A16B-48F2-BD80-4E25-2D00BADFEB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601E55A-A0EF-6DBF-3F13-933AED9397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8EBAFF-2DFB-403A-BC61-66A64162FC5A}" type="datetimeFigureOut">
              <a:rPr lang="fr-FR" smtClean="0"/>
              <a:t>13/04/2026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3FE2AE3-7B56-CB45-8428-F6C69FDFE7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0DAAFFC-7F26-5D64-6B74-C5BDEFDB88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4F3C67-DA15-4214-81A0-FEBCD290F29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6656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12">
            <a:extLst>
              <a:ext uri="{FF2B5EF4-FFF2-40B4-BE49-F238E27FC236}">
                <a16:creationId xmlns:a16="http://schemas.microsoft.com/office/drawing/2014/main" id="{6274FB45-F1CE-9594-D2D1-187CB2FC7D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045" y="3614565"/>
            <a:ext cx="4786854" cy="3167874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8B0BB99C-9D02-DEA6-903D-5BF23EB5BF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045" y="75561"/>
            <a:ext cx="4972958" cy="3444538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74D938A9-1505-B6A6-8D1B-DE138CF248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0097" y="207484"/>
            <a:ext cx="4577472" cy="3053876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72D307F4-C72C-5232-0894-7B4AE716C3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0715" y="3482642"/>
            <a:ext cx="4786854" cy="3224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430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7C04B-C80D-3DD0-BC08-79EC5CA4F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9065B4F0-18A0-E991-5CA0-7E5840ECA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919" y="381828"/>
            <a:ext cx="4746162" cy="2965064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C66D88EB-5382-0ECA-0179-89756FAE5F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3141" y="461906"/>
            <a:ext cx="4663798" cy="2954768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EE34BDD1-992C-C944-EB33-9501D9EC2E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4956" y="3339988"/>
            <a:ext cx="4653502" cy="2913588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1055E31F-4C70-37CE-E2B4-C5243DA5A8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0465" y="3330626"/>
            <a:ext cx="4684390" cy="2985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178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D0BB163C-B4E4-4AE8-3482-441D4065E6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647" y="994379"/>
            <a:ext cx="5814244" cy="4208242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308C6715-0ECB-16C7-26FB-0DE0EAEC90EB}"/>
              </a:ext>
            </a:extLst>
          </p:cNvPr>
          <p:cNvSpPr txBox="1"/>
          <p:nvPr/>
        </p:nvSpPr>
        <p:spPr>
          <a:xfrm>
            <a:off x="7559566" y="638503"/>
            <a:ext cx="4607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Lots of local minima -&gt; Which one </a:t>
            </a:r>
            <a:r>
              <a:rPr lang="en-US"/>
              <a:t>to chose ?</a:t>
            </a:r>
          </a:p>
        </p:txBody>
      </p:sp>
    </p:spTree>
    <p:extLst>
      <p:ext uri="{BB962C8B-B14F-4D97-AF65-F5344CB8AC3E}">
        <p14:creationId xmlns:p14="http://schemas.microsoft.com/office/powerpoint/2010/main" val="258631114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10</Words>
  <Application>Microsoft Office PowerPoint</Application>
  <PresentationFormat>Grand écran</PresentationFormat>
  <Paragraphs>1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Thème Office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Corentin HIVER</dc:creator>
  <cp:lastModifiedBy>Corentin HIVER</cp:lastModifiedBy>
  <cp:revision>1</cp:revision>
  <dcterms:created xsi:type="dcterms:W3CDTF">2026-04-13T09:33:25Z</dcterms:created>
  <dcterms:modified xsi:type="dcterms:W3CDTF">2026-04-13T09:43:37Z</dcterms:modified>
</cp:coreProperties>
</file>